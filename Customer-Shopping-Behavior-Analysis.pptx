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DAAC9-17EE-405F-B8A4-9632A3702E9C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72B16E-C375-4FCD-83A3-2308041D7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61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72B16E-C375-4FCD-83A3-2308041D77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00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F081-9B53-0383-6CE5-E72D68DBC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72A53-71BE-9818-1712-D4A3F7E58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640B3-4BDE-A31B-A44F-694FB2CE7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23FFC-73B0-B838-F070-83ECDEC9E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CDEDE-17DE-5B5C-5BDB-88677443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3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F52D4-B8F6-ADE3-F6C6-E8C3C3468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0ECE4-EB0E-2B80-C4E2-6932C3926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499B3-5240-35D8-4226-B2713EDD2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FC690-9F05-5AE3-EE5D-25D7A564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C9CAE-17F9-E33A-6264-06750147B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4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57157-339B-902D-005E-FBE238EE7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ABBDA-38EB-B42A-E99C-B0C1725AD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A03D4-3EB6-F078-EC5B-DC23B7021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92351-1B33-FF9C-78A5-B32B20671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D6A99-B983-5CDF-03FF-D63C556F2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8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E867-DC8B-5F46-1434-BF1B700FF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73DC-4552-6964-EECA-DF67920C6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24AAF-87AD-0BFD-F5F3-911AAF821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D6B28-1C85-2966-7C98-4C7043160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881E7-D9E6-7153-E6C8-778A2B13A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1E111-3392-B40B-E32D-9348DD0A6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951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8C0D-EE9D-D15D-F01C-246359F06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9B478-D78D-B004-C07F-EE1D33CE6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8EF50-A8F2-1924-9A52-D96951C0A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DB8A22-0904-AA55-6631-957817824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652BE-EFD5-B635-0D81-0334D7F53D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A0824-0307-33CF-09DD-142D6EE90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703724-009F-626C-A751-F4CD53AB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FA0FA5-D5BF-A05B-8990-54E856384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21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EF1C-197A-A7A2-4122-8A9F01EA7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5A83D-E18C-9647-761A-9D1133B4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C4AE7-243F-9F82-C33F-1FE682571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610C07-D68F-A4CE-80BC-192B65CE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64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4FFAA-B1CE-9FD6-19BC-6545E5E3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7D111-2ABD-1B0B-6608-F215FCDF1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895F5-C2F5-09C4-2947-726078BDE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99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75E6-05B0-3EA3-5228-D68AD6F06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CD604-04FF-394F-920A-8E27D7D1F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B8A5C-FFD7-C575-B342-46D13A216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5E8DE-3C45-1B94-A836-C3C231E1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30D05-3FD3-2466-E7AF-26F37D32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CFA8B-EFFB-4EFF-C72E-886EB3CE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44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759C-3A0B-B656-6BF7-45AE916E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E89DAF-B479-7477-C3CA-340360F2A2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0EF04-5838-5B27-9EA4-A422BCF54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23E81-8CC6-8DE3-BD26-7FE85A747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4F18E-A02D-450E-1EF0-EBAAFD522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DE326-A4EC-EA69-40F5-9D5E03031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51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E55C7-F986-3353-3513-19C9602A6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F001FE-D1AC-C6C5-F8EC-03D438639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D67BD-445F-D602-B47B-04497DF39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452DF-9C65-690C-BFD3-265016198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F9D44-70B8-9F0C-BF53-F8212C6B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63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29B4E-B328-5A57-F7D0-158C7BCB5B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200C9-5CE1-B0F6-44A9-7D2AD0060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ADE05-A364-D80F-B398-FC698347E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BFF06-8E99-F1DC-773D-392BA3F11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9DDA5-567D-7EF3-D73F-35E1AC31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2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BDC18D-8E32-2E45-79B3-CA1EA06DB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D6083-B5AC-99C3-1BCD-DAF2ACA91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9175C-CADB-C52A-F68F-3622316EE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64B262-4EBA-4478-AC8F-C6B6208C904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04727-2DA1-0DF4-E5D3-95EAB7D1F2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5F040-3296-F561-1DB1-71FFC8D57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21839-B2B9-4732-9B36-B29FAEEA8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87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EE2F1-3F71-E206-0B28-1A287D8AA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1947554"/>
            <a:ext cx="6507678" cy="1932709"/>
          </a:xfrm>
        </p:spPr>
        <p:txBody>
          <a:bodyPr>
            <a:noAutofit/>
          </a:bodyPr>
          <a:lstStyle/>
          <a:p>
            <a:pPr algn="l"/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br>
              <a:rPr lang="en-US" sz="4450" dirty="0"/>
            </a:br>
            <a:endParaRPr lang="en-US" sz="44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5F0F7F-9217-EA9F-2D84-AAACD2BEA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6404" y="3551568"/>
            <a:ext cx="6127669" cy="854178"/>
          </a:xfrm>
        </p:spPr>
        <p:txBody>
          <a:bodyPr>
            <a:normAutofit/>
          </a:bodyPr>
          <a:lstStyle/>
          <a:p>
            <a:pPr algn="l"/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  <a:p>
            <a:pPr algn="l"/>
            <a:endParaRPr lang="en-US" sz="17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BD5C9728-CC56-B4C3-A97A-B65442306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750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03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494D94CC-254C-927D-0297-07842D8F4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2393396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05E5D98-4495-4B21-AA2D-2E7D0D99B43D}"/>
              </a:ext>
            </a:extLst>
          </p:cNvPr>
          <p:cNvSpPr/>
          <p:nvPr/>
        </p:nvSpPr>
        <p:spPr>
          <a:xfrm>
            <a:off x="1455420" y="3105278"/>
            <a:ext cx="5670590" cy="1032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004017D-9CA6-1444-9BEC-E324B7B9B519}"/>
              </a:ext>
            </a:extLst>
          </p:cNvPr>
          <p:cNvSpPr/>
          <p:nvPr/>
        </p:nvSpPr>
        <p:spPr>
          <a:xfrm>
            <a:off x="277408" y="465867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A27DEC5-862C-BEB6-6B44-B15ED99B5CC4}"/>
              </a:ext>
            </a:extLst>
          </p:cNvPr>
          <p:cNvSpPr/>
          <p:nvPr/>
        </p:nvSpPr>
        <p:spPr>
          <a:xfrm>
            <a:off x="838200" y="5468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4B5CCED-6DDE-2EA5-48FD-6C58FBC7C57F}"/>
              </a:ext>
            </a:extLst>
          </p:cNvPr>
          <p:cNvSpPr/>
          <p:nvPr/>
        </p:nvSpPr>
        <p:spPr>
          <a:xfrm>
            <a:off x="312829" y="591917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8976AF3-FCD0-4657-57A5-F3D75C84B98C}"/>
              </a:ext>
            </a:extLst>
          </p:cNvPr>
          <p:cNvSpPr/>
          <p:nvPr/>
        </p:nvSpPr>
        <p:spPr>
          <a:xfrm>
            <a:off x="4113933" y="465339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F4C3B53-8227-174C-3898-807F57778C92}"/>
              </a:ext>
            </a:extLst>
          </p:cNvPr>
          <p:cNvSpPr/>
          <p:nvPr/>
        </p:nvSpPr>
        <p:spPr>
          <a:xfrm>
            <a:off x="4678382" y="5468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B8363913-453F-9C62-0C4C-138C245EF352}"/>
              </a:ext>
            </a:extLst>
          </p:cNvPr>
          <p:cNvSpPr/>
          <p:nvPr/>
        </p:nvSpPr>
        <p:spPr>
          <a:xfrm>
            <a:off x="4113933" y="592799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8C094CA-2E28-84AB-872C-106F9CF599FC}"/>
              </a:ext>
            </a:extLst>
          </p:cNvPr>
          <p:cNvSpPr/>
          <p:nvPr/>
        </p:nvSpPr>
        <p:spPr>
          <a:xfrm>
            <a:off x="7755979" y="4653395"/>
            <a:ext cx="3937071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E139F434-1C18-5EDB-5623-D1F2AF89D349}"/>
              </a:ext>
            </a:extLst>
          </p:cNvPr>
          <p:cNvSpPr/>
          <p:nvPr/>
        </p:nvSpPr>
        <p:spPr>
          <a:xfrm>
            <a:off x="8389960" y="54689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1714223-BC6E-2E76-76FE-48C894FEF537}"/>
              </a:ext>
            </a:extLst>
          </p:cNvPr>
          <p:cNvSpPr/>
          <p:nvPr/>
        </p:nvSpPr>
        <p:spPr>
          <a:xfrm>
            <a:off x="8389960" y="5919170"/>
            <a:ext cx="31820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the Review Rating column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59854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3DB94799-8685-038C-37DD-314520D72B85}"/>
              </a:ext>
            </a:extLst>
          </p:cNvPr>
          <p:cNvSpPr/>
          <p:nvPr/>
        </p:nvSpPr>
        <p:spPr>
          <a:xfrm>
            <a:off x="793790" y="1332785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131731E-34D8-8A2B-6CB6-C5129B3DA2FC}"/>
              </a:ext>
            </a:extLst>
          </p:cNvPr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F79BA89-487F-2785-5B03-F782992132CB}"/>
              </a:ext>
            </a:extLst>
          </p:cNvPr>
          <p:cNvSpPr/>
          <p:nvPr/>
        </p:nvSpPr>
        <p:spPr>
          <a:xfrm>
            <a:off x="793790" y="3203495"/>
            <a:ext cx="3452533" cy="57033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A6829CE-D0B7-389A-5D92-F75FF42FF12F}"/>
              </a:ext>
            </a:extLst>
          </p:cNvPr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8C29E66-772F-FAB8-2030-126764C609AF}"/>
              </a:ext>
            </a:extLst>
          </p:cNvPr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F1DB12F-86F8-BE1D-D9C9-032C5BB3BBE5}"/>
              </a:ext>
            </a:extLst>
          </p:cNvPr>
          <p:cNvSpPr/>
          <p:nvPr/>
        </p:nvSpPr>
        <p:spPr>
          <a:xfrm>
            <a:off x="4578264" y="28689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C41BEA6-620C-5A0F-7AFC-FDE163F410BB}"/>
              </a:ext>
            </a:extLst>
          </p:cNvPr>
          <p:cNvSpPr/>
          <p:nvPr/>
        </p:nvSpPr>
        <p:spPr>
          <a:xfrm>
            <a:off x="4578264" y="3188257"/>
            <a:ext cx="3367416" cy="60956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A32C014-C58E-A829-58BA-3BDB4F37CB64}"/>
              </a:ext>
            </a:extLst>
          </p:cNvPr>
          <p:cNvSpPr/>
          <p:nvPr/>
        </p:nvSpPr>
        <p:spPr>
          <a:xfrm>
            <a:off x="4578264" y="33207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F065E3DA-94A0-658B-219B-66427A698BC0}"/>
              </a:ext>
            </a:extLst>
          </p:cNvPr>
          <p:cNvSpPr/>
          <p:nvPr/>
        </p:nvSpPr>
        <p:spPr>
          <a:xfrm>
            <a:off x="4521768" y="3868221"/>
            <a:ext cx="4133717" cy="604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60E50F3-ECA5-9083-C684-B5D79E344E6D}"/>
              </a:ext>
            </a:extLst>
          </p:cNvPr>
          <p:cNvSpPr/>
          <p:nvPr/>
        </p:nvSpPr>
        <p:spPr>
          <a:xfrm>
            <a:off x="8872601" y="286899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BC06295E-1518-D2DF-8F7D-20A6FD522D53}"/>
              </a:ext>
            </a:extLst>
          </p:cNvPr>
          <p:cNvSpPr/>
          <p:nvPr/>
        </p:nvSpPr>
        <p:spPr>
          <a:xfrm>
            <a:off x="8872601" y="3203495"/>
            <a:ext cx="3246331" cy="45719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A7A4FCC-01BE-20F3-2764-0A5C90111711}"/>
              </a:ext>
            </a:extLst>
          </p:cNvPr>
          <p:cNvSpPr/>
          <p:nvPr/>
        </p:nvSpPr>
        <p:spPr>
          <a:xfrm>
            <a:off x="8872602" y="3390892"/>
            <a:ext cx="3319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83093D3-CAFC-8C4D-42E9-34C03748853F}"/>
              </a:ext>
            </a:extLst>
          </p:cNvPr>
          <p:cNvSpPr/>
          <p:nvPr/>
        </p:nvSpPr>
        <p:spPr>
          <a:xfrm>
            <a:off x="8872601" y="3855864"/>
            <a:ext cx="3301964" cy="75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DB98196-63CA-44B5-65DA-9AD75DAA44DC}"/>
              </a:ext>
            </a:extLst>
          </p:cNvPr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30FA61A-575D-13B9-BCC0-28281EAFE5D2}"/>
              </a:ext>
            </a:extLst>
          </p:cNvPr>
          <p:cNvSpPr/>
          <p:nvPr/>
        </p:nvSpPr>
        <p:spPr>
          <a:xfrm>
            <a:off x="793790" y="5345905"/>
            <a:ext cx="5030813" cy="45719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D4335ACD-BFB5-B36D-DC07-8142A6ACC33D}"/>
              </a:ext>
            </a:extLst>
          </p:cNvPr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96B8F00-364C-E8E7-D7B2-D4F1A7BCE929}"/>
              </a:ext>
            </a:extLst>
          </p:cNvPr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74E04DE6-83F1-E593-83DC-EFA883A8288C}"/>
              </a:ext>
            </a:extLst>
          </p:cNvPr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956B866E-B912-22C6-A3F4-68215133D481}"/>
              </a:ext>
            </a:extLst>
          </p:cNvPr>
          <p:cNvSpPr/>
          <p:nvPr/>
        </p:nvSpPr>
        <p:spPr>
          <a:xfrm>
            <a:off x="7428548" y="5330667"/>
            <a:ext cx="4690384" cy="45719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8B080B31-D751-4816-124D-EA4322DFE1D0}"/>
              </a:ext>
            </a:extLst>
          </p:cNvPr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546614EB-9ECB-B1EE-22BB-3738405CDA15}"/>
              </a:ext>
            </a:extLst>
          </p:cNvPr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17090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BC449C83-DCE0-B65C-F04E-68FB51FC7B82}"/>
              </a:ext>
            </a:extLst>
          </p:cNvPr>
          <p:cNvSpPr/>
          <p:nvPr/>
        </p:nvSpPr>
        <p:spPr>
          <a:xfrm>
            <a:off x="428624" y="817039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01685A0A-A4B4-5263-F7F5-561EF5B2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1" y="2251623"/>
            <a:ext cx="7468169" cy="4001095"/>
          </a:xfrm>
          <a:prstGeom prst="rect">
            <a:avLst/>
          </a:prstGeom>
        </p:spPr>
      </p:pic>
      <p:sp>
        <p:nvSpPr>
          <p:cNvPr id="7" name="Shape 1">
            <a:extLst>
              <a:ext uri="{FF2B5EF4-FFF2-40B4-BE49-F238E27FC236}">
                <a16:creationId xmlns:a16="http://schemas.microsoft.com/office/drawing/2014/main" id="{7810BF23-4F09-AC72-BF87-C2BE7C824AB4}"/>
              </a:ext>
            </a:extLst>
          </p:cNvPr>
          <p:cNvSpPr/>
          <p:nvPr/>
        </p:nvSpPr>
        <p:spPr>
          <a:xfrm>
            <a:off x="321873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284E517-1122-7707-4CF7-D00449DDFF5B}"/>
              </a:ext>
            </a:extLst>
          </p:cNvPr>
          <p:cNvSpPr/>
          <p:nvPr/>
        </p:nvSpPr>
        <p:spPr>
          <a:xfrm>
            <a:off x="354066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85AB206C-A6AA-5B42-760A-6D1811E05422}"/>
              </a:ext>
            </a:extLst>
          </p:cNvPr>
          <p:cNvSpPr/>
          <p:nvPr/>
        </p:nvSpPr>
        <p:spPr>
          <a:xfrm>
            <a:off x="4257984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642C58E-D9CC-2FA8-4C21-F41F4C45B41F}"/>
              </a:ext>
            </a:extLst>
          </p:cNvPr>
          <p:cNvSpPr/>
          <p:nvPr/>
        </p:nvSpPr>
        <p:spPr>
          <a:xfrm>
            <a:off x="4590388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24E0569-3A97-B25E-BE99-EB36ED0A0C86}"/>
              </a:ext>
            </a:extLst>
          </p:cNvPr>
          <p:cNvSpPr/>
          <p:nvPr/>
        </p:nvSpPr>
        <p:spPr>
          <a:xfrm>
            <a:off x="7253704" y="26462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467C1ED-0A90-85E6-5EF3-A4E6563B1D37}"/>
              </a:ext>
            </a:extLst>
          </p:cNvPr>
          <p:cNvSpPr/>
          <p:nvPr/>
        </p:nvSpPr>
        <p:spPr>
          <a:xfrm>
            <a:off x="7253704" y="3000614"/>
            <a:ext cx="481760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9AE15568-217B-3335-1E2F-7C85FA0B1CC3}"/>
              </a:ext>
            </a:extLst>
          </p:cNvPr>
          <p:cNvSpPr/>
          <p:nvPr/>
        </p:nvSpPr>
        <p:spPr>
          <a:xfrm>
            <a:off x="7253703" y="3951386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A695CB3F-6E9F-B99E-EDDC-39238DD8F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703" y="4387928"/>
            <a:ext cx="283488" cy="226814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A40C3C76-1BC3-8B33-A90C-38D2E9CC0B7E}"/>
              </a:ext>
            </a:extLst>
          </p:cNvPr>
          <p:cNvSpPr/>
          <p:nvPr/>
        </p:nvSpPr>
        <p:spPr>
          <a:xfrm>
            <a:off x="7735667" y="4252170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965873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DB9F8B23-A02B-34C2-CB03-4D101C9F9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96395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2E09158-BA4B-0DB4-DD94-EE34EA8EA0AB}"/>
              </a:ext>
            </a:extLst>
          </p:cNvPr>
          <p:cNvSpPr/>
          <p:nvPr/>
        </p:nvSpPr>
        <p:spPr>
          <a:xfrm>
            <a:off x="5415894" y="1215686"/>
            <a:ext cx="658403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71D9C2C-6223-1E04-F7B1-8F1E43339CA7}"/>
              </a:ext>
            </a:extLst>
          </p:cNvPr>
          <p:cNvSpPr/>
          <p:nvPr/>
        </p:nvSpPr>
        <p:spPr>
          <a:xfrm>
            <a:off x="5415894" y="2973406"/>
            <a:ext cx="6584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67D68C67-EC53-E0F9-9348-7D5C176B648F}"/>
              </a:ext>
            </a:extLst>
          </p:cNvPr>
          <p:cNvSpPr/>
          <p:nvPr/>
        </p:nvSpPr>
        <p:spPr>
          <a:xfrm>
            <a:off x="5415894" y="3591459"/>
            <a:ext cx="6584035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407EAEC-D49F-77FF-3BDB-FDB1D292AC8C}"/>
              </a:ext>
            </a:extLst>
          </p:cNvPr>
          <p:cNvSpPr/>
          <p:nvPr/>
        </p:nvSpPr>
        <p:spPr>
          <a:xfrm>
            <a:off x="5650328" y="3825893"/>
            <a:ext cx="24703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8AD300C-9D95-A2A2-699D-5A478113C29A}"/>
              </a:ext>
            </a:extLst>
          </p:cNvPr>
          <p:cNvSpPr/>
          <p:nvPr/>
        </p:nvSpPr>
        <p:spPr>
          <a:xfrm>
            <a:off x="5650328" y="4316311"/>
            <a:ext cx="61755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B7ADB1A-3BE1-40CC-FADF-B92821FD2156}"/>
              </a:ext>
            </a:extLst>
          </p:cNvPr>
          <p:cNvSpPr/>
          <p:nvPr/>
        </p:nvSpPr>
        <p:spPr>
          <a:xfrm>
            <a:off x="5415894" y="5140462"/>
            <a:ext cx="6584035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1E97087-4065-4E8A-F544-985A19540768}"/>
              </a:ext>
            </a:extLst>
          </p:cNvPr>
          <p:cNvSpPr/>
          <p:nvPr/>
        </p:nvSpPr>
        <p:spPr>
          <a:xfrm>
            <a:off x="5650328" y="5374896"/>
            <a:ext cx="27883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8F53F76A-D6CB-FA45-7787-6DB0004D48D0}"/>
              </a:ext>
            </a:extLst>
          </p:cNvPr>
          <p:cNvSpPr/>
          <p:nvPr/>
        </p:nvSpPr>
        <p:spPr>
          <a:xfrm>
            <a:off x="5650328" y="5865315"/>
            <a:ext cx="61755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80518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05979EFE-E680-B89A-1DA8-91E142345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789054"/>
          </a:xfrm>
          <a:prstGeom prst="rect">
            <a:avLst/>
          </a:prstGeom>
        </p:spPr>
      </p:pic>
      <p:sp>
        <p:nvSpPr>
          <p:cNvPr id="31" name="Text 0">
            <a:extLst>
              <a:ext uri="{FF2B5EF4-FFF2-40B4-BE49-F238E27FC236}">
                <a16:creationId xmlns:a16="http://schemas.microsoft.com/office/drawing/2014/main" id="{AFF7CF1C-BBBA-A7A0-7021-FD03E0E28C87}"/>
              </a:ext>
            </a:extLst>
          </p:cNvPr>
          <p:cNvSpPr/>
          <p:nvPr/>
        </p:nvSpPr>
        <p:spPr>
          <a:xfrm>
            <a:off x="226517" y="3689047"/>
            <a:ext cx="5400405" cy="697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32" name="Image 1" descr="preencoded.png">
            <a:extLst>
              <a:ext uri="{FF2B5EF4-FFF2-40B4-BE49-F238E27FC236}">
                <a16:creationId xmlns:a16="http://schemas.microsoft.com/office/drawing/2014/main" id="{7677A85F-8103-3443-7111-8335E58B4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68" y="5345103"/>
            <a:ext cx="355529" cy="334622"/>
          </a:xfrm>
          <a:prstGeom prst="rect">
            <a:avLst/>
          </a:prstGeom>
        </p:spPr>
      </p:pic>
      <p:pic>
        <p:nvPicPr>
          <p:cNvPr id="33" name="Image 2" descr="preencoded.png">
            <a:extLst>
              <a:ext uri="{FF2B5EF4-FFF2-40B4-BE49-F238E27FC236}">
                <a16:creationId xmlns:a16="http://schemas.microsoft.com/office/drawing/2014/main" id="{4A71333F-6CF1-801A-6D77-D41FC5D0E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97" y="5345103"/>
            <a:ext cx="355529" cy="334622"/>
          </a:xfrm>
          <a:prstGeom prst="rect">
            <a:avLst/>
          </a:prstGeom>
        </p:spPr>
      </p:pic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E1787507-2884-A265-28CB-E2875D73E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338" y="5345103"/>
            <a:ext cx="355529" cy="334622"/>
          </a:xfrm>
          <a:prstGeom prst="rect">
            <a:avLst/>
          </a:prstGeom>
        </p:spPr>
      </p:pic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EBA8C8A5-3BE8-83A1-65E9-7E43CA31A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79" y="5345103"/>
            <a:ext cx="355529" cy="334622"/>
          </a:xfrm>
          <a:prstGeom prst="rect">
            <a:avLst/>
          </a:prstGeom>
        </p:spPr>
      </p:pic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EBF08FC5-2765-E2CF-8365-62863ACF8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019" y="5345103"/>
            <a:ext cx="355529" cy="334622"/>
          </a:xfrm>
          <a:prstGeom prst="rect">
            <a:avLst/>
          </a:prstGeom>
        </p:spPr>
      </p:pic>
      <p:sp>
        <p:nvSpPr>
          <p:cNvPr id="37" name="Text 1">
            <a:extLst>
              <a:ext uri="{FF2B5EF4-FFF2-40B4-BE49-F238E27FC236}">
                <a16:creationId xmlns:a16="http://schemas.microsoft.com/office/drawing/2014/main" id="{E4DE796A-90A7-DE67-B218-BC030A635C96}"/>
              </a:ext>
            </a:extLst>
          </p:cNvPr>
          <p:cNvSpPr/>
          <p:nvPr/>
        </p:nvSpPr>
        <p:spPr>
          <a:xfrm>
            <a:off x="2600707" y="5403933"/>
            <a:ext cx="263383" cy="27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EEF3304E-8A66-0114-416B-37685E570620}"/>
              </a:ext>
            </a:extLst>
          </p:cNvPr>
          <p:cNvSpPr/>
          <p:nvPr/>
        </p:nvSpPr>
        <p:spPr>
          <a:xfrm>
            <a:off x="374468" y="5829910"/>
            <a:ext cx="2634163" cy="34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6382EA68-521A-46E1-9B33-49E70C17C965}"/>
              </a:ext>
            </a:extLst>
          </p:cNvPr>
          <p:cNvSpPr/>
          <p:nvPr/>
        </p:nvSpPr>
        <p:spPr>
          <a:xfrm>
            <a:off x="374467" y="6328601"/>
            <a:ext cx="3214239" cy="356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40" name="Image 6" descr="preencoded.png">
            <a:extLst>
              <a:ext uri="{FF2B5EF4-FFF2-40B4-BE49-F238E27FC236}">
                <a16:creationId xmlns:a16="http://schemas.microsoft.com/office/drawing/2014/main" id="{690B32A4-3FE2-0B00-42E9-840C1FBFD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515" y="5345103"/>
            <a:ext cx="355529" cy="334622"/>
          </a:xfrm>
          <a:prstGeom prst="rect">
            <a:avLst/>
          </a:prstGeom>
        </p:spPr>
      </p:pic>
      <p:pic>
        <p:nvPicPr>
          <p:cNvPr id="41" name="Image 7" descr="preencoded.png">
            <a:extLst>
              <a:ext uri="{FF2B5EF4-FFF2-40B4-BE49-F238E27FC236}">
                <a16:creationId xmlns:a16="http://schemas.microsoft.com/office/drawing/2014/main" id="{1E983879-30F6-9A80-2DB1-D50897184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855" y="5345103"/>
            <a:ext cx="355529" cy="334622"/>
          </a:xfrm>
          <a:prstGeom prst="rect">
            <a:avLst/>
          </a:prstGeom>
        </p:spPr>
      </p:pic>
      <p:pic>
        <p:nvPicPr>
          <p:cNvPr id="42" name="Image 8" descr="preencoded.png">
            <a:extLst>
              <a:ext uri="{FF2B5EF4-FFF2-40B4-BE49-F238E27FC236}">
                <a16:creationId xmlns:a16="http://schemas.microsoft.com/office/drawing/2014/main" id="{7FBD11D8-15A3-CBCA-1534-526E24CBC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196" y="5345103"/>
            <a:ext cx="355529" cy="334622"/>
          </a:xfrm>
          <a:prstGeom prst="rect">
            <a:avLst/>
          </a:prstGeom>
        </p:spPr>
      </p:pic>
      <p:pic>
        <p:nvPicPr>
          <p:cNvPr id="43" name="Image 9" descr="preencoded.png">
            <a:extLst>
              <a:ext uri="{FF2B5EF4-FFF2-40B4-BE49-F238E27FC236}">
                <a16:creationId xmlns:a16="http://schemas.microsoft.com/office/drawing/2014/main" id="{17D69C6C-4390-6405-C717-B9E397966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536" y="5345103"/>
            <a:ext cx="355529" cy="334622"/>
          </a:xfrm>
          <a:prstGeom prst="rect">
            <a:avLst/>
          </a:prstGeom>
        </p:spPr>
      </p:pic>
      <p:pic>
        <p:nvPicPr>
          <p:cNvPr id="44" name="Image 10" descr="preencoded.png">
            <a:extLst>
              <a:ext uri="{FF2B5EF4-FFF2-40B4-BE49-F238E27FC236}">
                <a16:creationId xmlns:a16="http://schemas.microsoft.com/office/drawing/2014/main" id="{CCD37163-00B9-B093-CC06-171B6D84D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877" y="5345103"/>
            <a:ext cx="355529" cy="334622"/>
          </a:xfrm>
          <a:prstGeom prst="rect">
            <a:avLst/>
          </a:prstGeom>
        </p:spPr>
      </p:pic>
      <p:sp>
        <p:nvSpPr>
          <p:cNvPr id="45" name="Text 4">
            <a:extLst>
              <a:ext uri="{FF2B5EF4-FFF2-40B4-BE49-F238E27FC236}">
                <a16:creationId xmlns:a16="http://schemas.microsoft.com/office/drawing/2014/main" id="{6DD5F771-D831-709F-DDA6-F63DC2B9358C}"/>
              </a:ext>
            </a:extLst>
          </p:cNvPr>
          <p:cNvSpPr/>
          <p:nvPr/>
        </p:nvSpPr>
        <p:spPr>
          <a:xfrm>
            <a:off x="6322565" y="5403933"/>
            <a:ext cx="263383" cy="27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C98A29F1-7E99-C760-ED3C-5E19753880E6}"/>
              </a:ext>
            </a:extLst>
          </p:cNvPr>
          <p:cNvSpPr/>
          <p:nvPr/>
        </p:nvSpPr>
        <p:spPr>
          <a:xfrm>
            <a:off x="4012515" y="5916628"/>
            <a:ext cx="2634163" cy="34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47" name="Text 6">
            <a:extLst>
              <a:ext uri="{FF2B5EF4-FFF2-40B4-BE49-F238E27FC236}">
                <a16:creationId xmlns:a16="http://schemas.microsoft.com/office/drawing/2014/main" id="{3CEF9CC2-BEE4-73CA-AD2E-29564D5D4585}"/>
              </a:ext>
            </a:extLst>
          </p:cNvPr>
          <p:cNvSpPr/>
          <p:nvPr/>
        </p:nvSpPr>
        <p:spPr>
          <a:xfrm>
            <a:off x="4015796" y="6325470"/>
            <a:ext cx="3863690" cy="356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48" name="Image 11" descr="preencoded.png">
            <a:extLst>
              <a:ext uri="{FF2B5EF4-FFF2-40B4-BE49-F238E27FC236}">
                <a16:creationId xmlns:a16="http://schemas.microsoft.com/office/drawing/2014/main" id="{5AA7882B-F665-19DA-C8BC-5DCBCF52B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611" y="5345103"/>
            <a:ext cx="355529" cy="334622"/>
          </a:xfrm>
          <a:prstGeom prst="rect">
            <a:avLst/>
          </a:prstGeom>
        </p:spPr>
      </p:pic>
      <p:pic>
        <p:nvPicPr>
          <p:cNvPr id="49" name="Image 12" descr="preencoded.png">
            <a:extLst>
              <a:ext uri="{FF2B5EF4-FFF2-40B4-BE49-F238E27FC236}">
                <a16:creationId xmlns:a16="http://schemas.microsoft.com/office/drawing/2014/main" id="{52259B14-D19F-B980-801B-175FA30B1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1952" y="5345103"/>
            <a:ext cx="355529" cy="334622"/>
          </a:xfrm>
          <a:prstGeom prst="rect">
            <a:avLst/>
          </a:prstGeom>
        </p:spPr>
      </p:pic>
      <p:pic>
        <p:nvPicPr>
          <p:cNvPr id="50" name="Image 13" descr="preencoded.png">
            <a:extLst>
              <a:ext uri="{FF2B5EF4-FFF2-40B4-BE49-F238E27FC236}">
                <a16:creationId xmlns:a16="http://schemas.microsoft.com/office/drawing/2014/main" id="{C30407C4-43B3-00A3-D2E3-AD75AC72C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293" y="5345103"/>
            <a:ext cx="355529" cy="334622"/>
          </a:xfrm>
          <a:prstGeom prst="rect">
            <a:avLst/>
          </a:prstGeom>
        </p:spPr>
      </p:pic>
      <p:pic>
        <p:nvPicPr>
          <p:cNvPr id="51" name="Image 14" descr="preencoded.png">
            <a:extLst>
              <a:ext uri="{FF2B5EF4-FFF2-40B4-BE49-F238E27FC236}">
                <a16:creationId xmlns:a16="http://schemas.microsoft.com/office/drawing/2014/main" id="{C5ADA8EA-0E0C-ED7D-E0F2-E77A94451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633" y="5345103"/>
            <a:ext cx="355529" cy="334622"/>
          </a:xfrm>
          <a:prstGeom prst="rect">
            <a:avLst/>
          </a:prstGeom>
        </p:spPr>
      </p:pic>
      <p:pic>
        <p:nvPicPr>
          <p:cNvPr id="52" name="Image 15" descr="preencoded.png">
            <a:extLst>
              <a:ext uri="{FF2B5EF4-FFF2-40B4-BE49-F238E27FC236}">
                <a16:creationId xmlns:a16="http://schemas.microsoft.com/office/drawing/2014/main" id="{04B1EDE5-79F6-7E0A-5FD0-25E172FA0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9974" y="5345103"/>
            <a:ext cx="355529" cy="334622"/>
          </a:xfrm>
          <a:prstGeom prst="rect">
            <a:avLst/>
          </a:prstGeom>
        </p:spPr>
      </p:pic>
      <p:sp>
        <p:nvSpPr>
          <p:cNvPr id="53" name="Text 7">
            <a:extLst>
              <a:ext uri="{FF2B5EF4-FFF2-40B4-BE49-F238E27FC236}">
                <a16:creationId xmlns:a16="http://schemas.microsoft.com/office/drawing/2014/main" id="{8A39AD5C-7414-8510-416E-DF3ADACCE764}"/>
              </a:ext>
            </a:extLst>
          </p:cNvPr>
          <p:cNvSpPr/>
          <p:nvPr/>
        </p:nvSpPr>
        <p:spPr>
          <a:xfrm>
            <a:off x="11002662" y="5403933"/>
            <a:ext cx="263383" cy="278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2ECE6925-2BEF-B5D1-9645-06545E3BD132}"/>
              </a:ext>
            </a:extLst>
          </p:cNvPr>
          <p:cNvSpPr/>
          <p:nvPr/>
        </p:nvSpPr>
        <p:spPr>
          <a:xfrm>
            <a:off x="8692611" y="5916628"/>
            <a:ext cx="2634163" cy="348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56D3800F-CA7D-68B7-6E03-C81A3B84DB35}"/>
              </a:ext>
            </a:extLst>
          </p:cNvPr>
          <p:cNvSpPr/>
          <p:nvPr/>
        </p:nvSpPr>
        <p:spPr>
          <a:xfrm>
            <a:off x="8692611" y="6241093"/>
            <a:ext cx="3863690" cy="356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147571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E8BB91A-0985-B27A-BE0A-656FE200C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254" y="0"/>
            <a:ext cx="4320746" cy="6858000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10161B7F-5931-5BE6-CC01-0D428874027F}"/>
              </a:ext>
            </a:extLst>
          </p:cNvPr>
          <p:cNvSpPr/>
          <p:nvPr/>
        </p:nvSpPr>
        <p:spPr>
          <a:xfrm>
            <a:off x="386017" y="30808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769C312-ACBB-643A-A5C7-C8AA7784A56D}"/>
              </a:ext>
            </a:extLst>
          </p:cNvPr>
          <p:cNvSpPr/>
          <p:nvPr/>
        </p:nvSpPr>
        <p:spPr>
          <a:xfrm>
            <a:off x="537277" y="3756065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5DEDA79-3D92-90EF-464B-5C67C8880F66}"/>
              </a:ext>
            </a:extLst>
          </p:cNvPr>
          <p:cNvSpPr/>
          <p:nvPr/>
        </p:nvSpPr>
        <p:spPr>
          <a:xfrm>
            <a:off x="537276" y="526103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EDA3398-2BF5-35C7-AE70-7AEAFE94A1B4}"/>
              </a:ext>
            </a:extLst>
          </p:cNvPr>
          <p:cNvSpPr/>
          <p:nvPr/>
        </p:nvSpPr>
        <p:spPr>
          <a:xfrm>
            <a:off x="4038785" y="30703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30D618-3C74-8F6A-AD92-35A537DFEB03}"/>
              </a:ext>
            </a:extLst>
          </p:cNvPr>
          <p:cNvSpPr txBox="1"/>
          <p:nvPr/>
        </p:nvSpPr>
        <p:spPr>
          <a:xfrm>
            <a:off x="386017" y="1254993"/>
            <a:ext cx="6583194" cy="2146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  <a:p>
            <a:endParaRPr lang="en-US" sz="445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A06146D9-062D-32FD-290F-8A7DDD8E07A6}"/>
              </a:ext>
            </a:extLst>
          </p:cNvPr>
          <p:cNvSpPr/>
          <p:nvPr/>
        </p:nvSpPr>
        <p:spPr>
          <a:xfrm>
            <a:off x="4204265" y="3756064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6D36DA34-B126-9F0E-6D37-A5A700764C81}"/>
              </a:ext>
            </a:extLst>
          </p:cNvPr>
          <p:cNvSpPr/>
          <p:nvPr/>
        </p:nvSpPr>
        <p:spPr>
          <a:xfrm>
            <a:off x="4187209" y="524010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758FE17A-3FA2-89D5-9DA4-BB23C3911A65}"/>
              </a:ext>
            </a:extLst>
          </p:cNvPr>
          <p:cNvSpPr/>
          <p:nvPr/>
        </p:nvSpPr>
        <p:spPr>
          <a:xfrm>
            <a:off x="542536" y="591815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201561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21BE5F59-2B57-A93F-3859-B8759D5D1D30}"/>
              </a:ext>
            </a:extLst>
          </p:cNvPr>
          <p:cNvSpPr/>
          <p:nvPr/>
        </p:nvSpPr>
        <p:spPr>
          <a:xfrm>
            <a:off x="956629" y="853587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93B2421-5077-6E14-4974-354AF91614F3}"/>
              </a:ext>
            </a:extLst>
          </p:cNvPr>
          <p:cNvSpPr/>
          <p:nvPr/>
        </p:nvSpPr>
        <p:spPr>
          <a:xfrm>
            <a:off x="1348389" y="381316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889DDE27-129F-0181-235F-5D91E5A83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61" y="2159792"/>
            <a:ext cx="3402330" cy="3402330"/>
          </a:xfrm>
          <a:prstGeom prst="rect">
            <a:avLst/>
          </a:prstGeom>
        </p:spPr>
      </p:pic>
      <p:sp>
        <p:nvSpPr>
          <p:cNvPr id="20" name="Text 2">
            <a:extLst>
              <a:ext uri="{FF2B5EF4-FFF2-40B4-BE49-F238E27FC236}">
                <a16:creationId xmlns:a16="http://schemas.microsoft.com/office/drawing/2014/main" id="{F75CE42D-783C-6387-40E2-F9BED2D7F89A}"/>
              </a:ext>
            </a:extLst>
          </p:cNvPr>
          <p:cNvSpPr/>
          <p:nvPr/>
        </p:nvSpPr>
        <p:spPr>
          <a:xfrm>
            <a:off x="1478042" y="5774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04909A1F-BAAF-52BF-A8B4-20E6A6F5C3DB}"/>
              </a:ext>
            </a:extLst>
          </p:cNvPr>
          <p:cNvSpPr/>
          <p:nvPr/>
        </p:nvSpPr>
        <p:spPr>
          <a:xfrm>
            <a:off x="816351" y="622385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981778B-525E-86DD-BBA7-22B8EB550CF9}"/>
              </a:ext>
            </a:extLst>
          </p:cNvPr>
          <p:cNvSpPr/>
          <p:nvPr/>
        </p:nvSpPr>
        <p:spPr>
          <a:xfrm>
            <a:off x="5105953" y="381316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09A86CAC-19C6-D9F8-0FBE-19675B0E6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372" y="2224097"/>
            <a:ext cx="3402330" cy="3402330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CBE8A4E0-E33D-5231-625E-AD661A9CE7AD}"/>
              </a:ext>
            </a:extLst>
          </p:cNvPr>
          <p:cNvSpPr/>
          <p:nvPr/>
        </p:nvSpPr>
        <p:spPr>
          <a:xfrm>
            <a:off x="5235893" y="5774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737C026E-1D7D-F41A-65E6-B058B2C510DE}"/>
              </a:ext>
            </a:extLst>
          </p:cNvPr>
          <p:cNvSpPr/>
          <p:nvPr/>
        </p:nvSpPr>
        <p:spPr>
          <a:xfrm>
            <a:off x="4700510" y="622385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A7FAF842-92D7-4056-6991-B8163AE9CD75}"/>
              </a:ext>
            </a:extLst>
          </p:cNvPr>
          <p:cNvSpPr/>
          <p:nvPr/>
        </p:nvSpPr>
        <p:spPr>
          <a:xfrm>
            <a:off x="8859125" y="381316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27" name="Image 2" descr="preencoded.png">
            <a:extLst>
              <a:ext uri="{FF2B5EF4-FFF2-40B4-BE49-F238E27FC236}">
                <a16:creationId xmlns:a16="http://schemas.microsoft.com/office/drawing/2014/main" id="{F931A1D2-4479-F4F9-36EB-15D1EA21B8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283" y="2224097"/>
            <a:ext cx="3402330" cy="3402330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CF47CAD3-B41A-6070-7B44-4281B2C1DB82}"/>
              </a:ext>
            </a:extLst>
          </p:cNvPr>
          <p:cNvSpPr/>
          <p:nvPr/>
        </p:nvSpPr>
        <p:spPr>
          <a:xfrm>
            <a:off x="8791830" y="57743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9C6DAE6-3EA2-D3E4-1CAC-F96DE69FB0E4}"/>
              </a:ext>
            </a:extLst>
          </p:cNvPr>
          <p:cNvSpPr/>
          <p:nvPr/>
        </p:nvSpPr>
        <p:spPr>
          <a:xfrm>
            <a:off x="8282702" y="622385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067724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58B009C0-9D85-6468-6260-65B8B99EBA2E}"/>
              </a:ext>
            </a:extLst>
          </p:cNvPr>
          <p:cNvSpPr/>
          <p:nvPr/>
        </p:nvSpPr>
        <p:spPr>
          <a:xfrm>
            <a:off x="1415980" y="596262"/>
            <a:ext cx="6433706" cy="74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4B756E9-AC45-92AF-AD23-48EDF2A85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994" y="1824620"/>
            <a:ext cx="1955493" cy="1370182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387AB898-B98A-CD6A-B33B-DC87A93608E9}"/>
              </a:ext>
            </a:extLst>
          </p:cNvPr>
          <p:cNvSpPr/>
          <p:nvPr/>
        </p:nvSpPr>
        <p:spPr>
          <a:xfrm>
            <a:off x="4059385" y="2450194"/>
            <a:ext cx="289834" cy="41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4BC0028-8354-3360-9D38-104C89745668}"/>
              </a:ext>
            </a:extLst>
          </p:cNvPr>
          <p:cNvSpPr/>
          <p:nvPr/>
        </p:nvSpPr>
        <p:spPr>
          <a:xfrm>
            <a:off x="5660947" y="2219792"/>
            <a:ext cx="2576273" cy="37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89ACF60-EEAF-1C32-C5E3-D93D53B3CC51}"/>
              </a:ext>
            </a:extLst>
          </p:cNvPr>
          <p:cNvSpPr/>
          <p:nvPr/>
        </p:nvSpPr>
        <p:spPr>
          <a:xfrm>
            <a:off x="5640607" y="2597033"/>
            <a:ext cx="2616952" cy="380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E47EF1C-57A6-AE70-3482-1966678A3D3E}"/>
              </a:ext>
            </a:extLst>
          </p:cNvPr>
          <p:cNvSpPr/>
          <p:nvPr/>
        </p:nvSpPr>
        <p:spPr>
          <a:xfrm>
            <a:off x="5708876" y="3171942"/>
            <a:ext cx="6284795" cy="45719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9FA2A86C-0DC6-60F6-6016-79523214B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247" y="3186102"/>
            <a:ext cx="3910985" cy="1370182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B53D11CD-3F47-7269-D940-2FA5FC0D9287}"/>
              </a:ext>
            </a:extLst>
          </p:cNvPr>
          <p:cNvSpPr/>
          <p:nvPr/>
        </p:nvSpPr>
        <p:spPr>
          <a:xfrm>
            <a:off x="4053295" y="3567410"/>
            <a:ext cx="289953" cy="52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A1977B7-4EEE-78C8-09BB-782118A8CFAF}"/>
              </a:ext>
            </a:extLst>
          </p:cNvPr>
          <p:cNvSpPr/>
          <p:nvPr/>
        </p:nvSpPr>
        <p:spPr>
          <a:xfrm>
            <a:off x="6096000" y="3477492"/>
            <a:ext cx="2283409" cy="37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901A2C8D-A961-2C90-94C9-76462EFE5730}"/>
              </a:ext>
            </a:extLst>
          </p:cNvPr>
          <p:cNvSpPr/>
          <p:nvPr/>
        </p:nvSpPr>
        <p:spPr>
          <a:xfrm>
            <a:off x="6261995" y="3820914"/>
            <a:ext cx="2283409" cy="380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1191D041-BFD7-4D2E-4DBB-6CE774B9F659}"/>
              </a:ext>
            </a:extLst>
          </p:cNvPr>
          <p:cNvSpPr/>
          <p:nvPr/>
        </p:nvSpPr>
        <p:spPr>
          <a:xfrm>
            <a:off x="6386052" y="4524201"/>
            <a:ext cx="5607619" cy="45719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2C21A43D-4301-D0BA-0A47-45845D7F7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032" y="4553786"/>
            <a:ext cx="5866478" cy="1370182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7C80ABF2-577D-DA42-63AF-61C9F07FA150}"/>
              </a:ext>
            </a:extLst>
          </p:cNvPr>
          <p:cNvSpPr/>
          <p:nvPr/>
        </p:nvSpPr>
        <p:spPr>
          <a:xfrm>
            <a:off x="4068822" y="4981276"/>
            <a:ext cx="289834" cy="417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76F2C7B1-9EC5-A19E-0595-57A42427A822}"/>
              </a:ext>
            </a:extLst>
          </p:cNvPr>
          <p:cNvSpPr/>
          <p:nvPr/>
        </p:nvSpPr>
        <p:spPr>
          <a:xfrm>
            <a:off x="6879404" y="4688788"/>
            <a:ext cx="2310457" cy="37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882C7FD8-C590-938C-F523-5818715D3B3C}"/>
              </a:ext>
            </a:extLst>
          </p:cNvPr>
          <p:cNvSpPr/>
          <p:nvPr/>
        </p:nvSpPr>
        <p:spPr>
          <a:xfrm>
            <a:off x="6981755" y="5067409"/>
            <a:ext cx="2310457" cy="380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AEE8735-DD39-979F-B525-E4B2EC19BFE8}"/>
              </a:ext>
            </a:extLst>
          </p:cNvPr>
          <p:cNvSpPr/>
          <p:nvPr/>
        </p:nvSpPr>
        <p:spPr>
          <a:xfrm>
            <a:off x="1260442" y="6165591"/>
            <a:ext cx="7812953" cy="380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149345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8811688B-1EEE-83BC-9323-E5C245073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047989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75F136D5-5AE2-3DBD-88A7-2A17B3C1B90D}"/>
              </a:ext>
            </a:extLst>
          </p:cNvPr>
          <p:cNvSpPr/>
          <p:nvPr/>
        </p:nvSpPr>
        <p:spPr>
          <a:xfrm>
            <a:off x="6034684" y="146913"/>
            <a:ext cx="4009557" cy="509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1A59717D-0E28-E61C-9352-55523D308046}"/>
              </a:ext>
            </a:extLst>
          </p:cNvPr>
          <p:cNvSpPr/>
          <p:nvPr/>
        </p:nvSpPr>
        <p:spPr>
          <a:xfrm>
            <a:off x="6013701" y="672553"/>
            <a:ext cx="5699988" cy="1375743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47892B13-100E-DB7F-86B2-6F1EDB9FC0CE}"/>
              </a:ext>
            </a:extLst>
          </p:cNvPr>
          <p:cNvSpPr/>
          <p:nvPr/>
        </p:nvSpPr>
        <p:spPr>
          <a:xfrm>
            <a:off x="6198870" y="782430"/>
            <a:ext cx="332858" cy="489312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18BCFA8F-0822-2A9A-758F-CEFB962C4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336" y="889478"/>
            <a:ext cx="201928" cy="275215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F94F7BFD-8C85-43E5-3145-ABD682736A23}"/>
              </a:ext>
            </a:extLst>
          </p:cNvPr>
          <p:cNvSpPr/>
          <p:nvPr/>
        </p:nvSpPr>
        <p:spPr>
          <a:xfrm>
            <a:off x="6176352" y="1378790"/>
            <a:ext cx="1409439" cy="254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78BD60B-14B7-617B-6F92-EFB5095C6E31}"/>
              </a:ext>
            </a:extLst>
          </p:cNvPr>
          <p:cNvSpPr/>
          <p:nvPr/>
        </p:nvSpPr>
        <p:spPr>
          <a:xfrm>
            <a:off x="6198869" y="1690306"/>
            <a:ext cx="5467401" cy="260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A5D34A56-DE98-BC65-AD73-9C20DD31DF72}"/>
              </a:ext>
            </a:extLst>
          </p:cNvPr>
          <p:cNvSpPr/>
          <p:nvPr/>
        </p:nvSpPr>
        <p:spPr>
          <a:xfrm>
            <a:off x="6013701" y="2201483"/>
            <a:ext cx="5699988" cy="145812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E3370B3-55DC-2DFB-EE37-28376D200464}"/>
              </a:ext>
            </a:extLst>
          </p:cNvPr>
          <p:cNvSpPr/>
          <p:nvPr/>
        </p:nvSpPr>
        <p:spPr>
          <a:xfrm>
            <a:off x="6198869" y="2334457"/>
            <a:ext cx="332858" cy="489312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4C6C5BBC-9559-8A61-FDD6-D2379F501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336" y="2455987"/>
            <a:ext cx="201928" cy="275215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467CE4BC-AD9B-44BF-FA61-BEAC832F0732}"/>
              </a:ext>
            </a:extLst>
          </p:cNvPr>
          <p:cNvSpPr/>
          <p:nvPr/>
        </p:nvSpPr>
        <p:spPr>
          <a:xfrm>
            <a:off x="6219194" y="2923395"/>
            <a:ext cx="1386921" cy="254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7EABF530-9EA6-59AE-0B18-0D087AAB9FC4}"/>
              </a:ext>
            </a:extLst>
          </p:cNvPr>
          <p:cNvSpPr/>
          <p:nvPr/>
        </p:nvSpPr>
        <p:spPr>
          <a:xfrm>
            <a:off x="6176352" y="3192155"/>
            <a:ext cx="5467401" cy="260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500F0BB3-B157-E1DA-0E36-08CE5AE3F1A2}"/>
              </a:ext>
            </a:extLst>
          </p:cNvPr>
          <p:cNvSpPr/>
          <p:nvPr/>
        </p:nvSpPr>
        <p:spPr>
          <a:xfrm>
            <a:off x="6034684" y="3804705"/>
            <a:ext cx="5699988" cy="1606387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A910D726-739C-70E2-38B6-076BB69BC478}"/>
              </a:ext>
            </a:extLst>
          </p:cNvPr>
          <p:cNvSpPr/>
          <p:nvPr/>
        </p:nvSpPr>
        <p:spPr>
          <a:xfrm>
            <a:off x="6198869" y="3954474"/>
            <a:ext cx="332858" cy="489312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4C3F604D-C28F-0000-2E0E-3C3012E77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336" y="4061522"/>
            <a:ext cx="201928" cy="275215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3649DB56-9D58-F764-B2AA-09056800F14F}"/>
              </a:ext>
            </a:extLst>
          </p:cNvPr>
          <p:cNvSpPr/>
          <p:nvPr/>
        </p:nvSpPr>
        <p:spPr>
          <a:xfrm>
            <a:off x="6198869" y="4569432"/>
            <a:ext cx="1398897" cy="254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7BDD1C87-16CD-41BD-8CCA-778F16D99A80}"/>
              </a:ext>
            </a:extLst>
          </p:cNvPr>
          <p:cNvSpPr/>
          <p:nvPr/>
        </p:nvSpPr>
        <p:spPr>
          <a:xfrm>
            <a:off x="6198869" y="4819481"/>
            <a:ext cx="5467401" cy="260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B53ECDAD-4EBE-28A0-E1FE-0D3C48E5AF7B}"/>
              </a:ext>
            </a:extLst>
          </p:cNvPr>
          <p:cNvSpPr/>
          <p:nvPr/>
        </p:nvSpPr>
        <p:spPr>
          <a:xfrm>
            <a:off x="6013701" y="5518140"/>
            <a:ext cx="5720971" cy="1263149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FB878E5B-C981-56A4-1E0B-3EB3C7D5CC2D}"/>
              </a:ext>
            </a:extLst>
          </p:cNvPr>
          <p:cNvSpPr/>
          <p:nvPr/>
        </p:nvSpPr>
        <p:spPr>
          <a:xfrm>
            <a:off x="6130328" y="558904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ABE71D41-EA20-3D33-5E17-6F6C38E182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809" y="5680684"/>
            <a:ext cx="211455" cy="264319"/>
          </a:xfrm>
          <a:prstGeom prst="rect">
            <a:avLst/>
          </a:prstGeom>
        </p:spPr>
      </p:pic>
      <p:sp>
        <p:nvSpPr>
          <p:cNvPr id="34" name="Text 15">
            <a:extLst>
              <a:ext uri="{FF2B5EF4-FFF2-40B4-BE49-F238E27FC236}">
                <a16:creationId xmlns:a16="http://schemas.microsoft.com/office/drawing/2014/main" id="{092C03D5-D157-6DD7-2283-7E61B46E3332}"/>
              </a:ext>
            </a:extLst>
          </p:cNvPr>
          <p:cNvSpPr/>
          <p:nvPr/>
        </p:nvSpPr>
        <p:spPr>
          <a:xfrm>
            <a:off x="6178716" y="6127551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CEBCFF4D-5D14-ED4B-00A6-FF635CB4FC7E}"/>
              </a:ext>
            </a:extLst>
          </p:cNvPr>
          <p:cNvSpPr/>
          <p:nvPr/>
        </p:nvSpPr>
        <p:spPr>
          <a:xfrm>
            <a:off x="6153835" y="6372344"/>
            <a:ext cx="5489918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54721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270</Words>
  <Application>Microsoft Office PowerPoint</Application>
  <PresentationFormat>Widescreen</PresentationFormat>
  <Paragraphs>89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DM Sans</vt:lpstr>
      <vt:lpstr>Libre Baskerville</vt:lpstr>
      <vt:lpstr>Libre Baskerville Light</vt:lpstr>
      <vt:lpstr>Office Theme</vt:lpstr>
      <vt:lpstr>Customer Shopping Behavior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Gadipalli, Pushkar</dc:creator>
  <cp:lastModifiedBy>Gadipalli, Pushkar</cp:lastModifiedBy>
  <cp:revision>1</cp:revision>
  <dcterms:created xsi:type="dcterms:W3CDTF">2026-05-20T20:03:33Z</dcterms:created>
  <dcterms:modified xsi:type="dcterms:W3CDTF">2026-05-20T20:48:35Z</dcterms:modified>
</cp:coreProperties>
</file>